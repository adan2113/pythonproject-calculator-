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40106-0662-445C-B47D-A324790482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8F55B-D3C8-49E8-B06A-695936B322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7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8F55B-D3C8-49E8-B06A-695936B322B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918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F8566-4A8D-3B6E-83C3-1ED36095F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3918B6-88C4-2CC9-9649-9ADB404A4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7983C2-E604-04F0-CD9D-F8F01D79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58E97-E24E-7A81-27D4-3FEF5CBA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EFC56A-663C-B890-51EE-DA32A052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3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C6B67-155B-7517-8C9E-FE19E9A7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8E8378-05F6-21FD-4E74-E0FC55D45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AD4912-CADE-1EC2-E625-BC379038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12CCA-EBE7-FDE8-646D-F13D70D8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CBCCB0-2B1A-FE73-0223-794364C4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97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E76A1-F4DD-DF8C-D45B-6904C984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01D150-1012-1919-D21D-318DBC204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240622-F1C4-D383-04BC-FD7805DD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3BF01-18E0-1E4D-73C2-89E2DC85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9B4B56-49DC-4A13-1D4A-CFAA5D14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9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5636CD-F2CD-C3C5-AC2D-118A1892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9CB094-0C3B-3091-78F2-180627865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C5C126-2972-268A-C7C0-D61BE6CBF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78EC14-DF5A-6D41-4BD2-F11B4D8B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30F3AD-472E-D4B9-AFFC-CCD3A635B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E3C04E-F47C-0412-44C6-FC509C43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49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2958A-95D6-761C-AB29-002014DDE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45794-0C49-C0FA-2219-83C3ECCEC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53F4EE-C3D4-E72B-1ABF-361C2CD80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820727D-71FB-427C-7B01-0F05CC4A9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C66094C-C25B-58EE-4FD1-C92C718C5E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66DB76A-7BDD-1E0B-4EF3-5C409D6D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A3A025-0372-3D9A-36E1-7D2D9019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F0D0947-7315-ADF6-BF49-A1C6DF79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985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086422-1802-C919-6037-43EEBA610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AD4BDB-85AE-B330-8DE7-35388CA8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333D6C-3663-6D3D-D335-A4E9A9F0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9F31B0-E398-250C-2E15-AF9C2C6B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4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6E014D-514E-49A8-FD98-10DCD579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C84A71-6986-0AC3-F89E-DDD193CB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C0BB19-870A-2E45-0F63-AB4CAF36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03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A786B-457B-BCA5-C3D3-CF96A6D8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254855-4F50-5D38-3A10-08E27E8B4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62DB9D-C5CE-C998-784C-EFBC7BD54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6F6BB8-39D4-D763-0F13-B1760F90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0901F9-C9C2-F40D-B7D0-51280B94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3C8176-1645-8588-97CF-EA4E67C5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45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A7A04-8A6A-14A0-897F-13972D6B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00306DD-B2D5-57BB-BB62-412689A7B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7789F09-3192-5BC5-76AA-C5261E1EE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3699C5-26C8-6CEB-DB6F-F6706C1B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3417EA-1F01-CFA9-330E-CF09BDB2D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76B325-6AD9-0469-836A-AE20C4E1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31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CB6E8-3687-89FA-EC2F-3477BC2E3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D211C7-5D73-500F-CD87-38EBFBA6C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49E025-E6B4-60FA-EBD5-9E2654032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699FD-15C8-E1BF-85FE-1E8C71360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E0728E-297A-BF2B-A50F-245878EE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004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BFF61C-C184-7FFB-BA71-CD0889184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BADC730-5F5C-2D4F-7BCE-C3E3947B5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4467EA-11CA-27E3-2729-4B5BC05F8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54F274-A5AA-7FF6-CDEB-6B1568DE8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AE8CD5-3394-86FF-035A-3487A0AF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638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C0779A-1EC1-C5AF-10F1-5FFE5BA83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54E1B1-05D4-85B7-7C8C-4F8C0068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F1D25D-E0FE-0693-7E35-3A10EE2FB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3323D-6441-4719-B4A9-8D993C1CFE5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8B3CC9-35A1-3CB2-9E3F-9E6CBC1AC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F5A65-4C92-37A5-3068-4D953CFA3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6A40D-CEF5-4EDE-A79F-A0E990836D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11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8FD156F-DDF8-9C19-3E17-19E6B932CB3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/>
        </p:blipFill>
        <p:spPr>
          <a:xfrm>
            <a:off x="-162882" y="-980503"/>
            <a:ext cx="8606409" cy="8402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0B431-F108-0383-F89D-DD02B5BE083F}"/>
              </a:ext>
            </a:extLst>
          </p:cNvPr>
          <p:cNvSpPr txBox="1"/>
          <p:nvPr/>
        </p:nvSpPr>
        <p:spPr>
          <a:xfrm>
            <a:off x="3747702" y="771669"/>
            <a:ext cx="4695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Chat-bot in Python</a:t>
            </a:r>
            <a:endParaRPr lang="ru-RU" sz="4000" i="1" dirty="0">
              <a:solidFill>
                <a:schemeClr val="bg1"/>
              </a:solidFill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E8E6E-1C33-3F64-51E1-979E04667F21}"/>
              </a:ext>
            </a:extLst>
          </p:cNvPr>
          <p:cNvSpPr txBox="1"/>
          <p:nvPr/>
        </p:nvSpPr>
        <p:spPr>
          <a:xfrm>
            <a:off x="4387945" y="1609493"/>
            <a:ext cx="34153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badi ExtraLight" panose="020F0502020204030204" pitchFamily="34" charset="0"/>
              </a:rPr>
              <a:t>Calculator-4000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1BC76-D032-77E4-EF54-9694D7CAAF03}"/>
              </a:ext>
            </a:extLst>
          </p:cNvPr>
          <p:cNvSpPr txBox="1"/>
          <p:nvPr/>
        </p:nvSpPr>
        <p:spPr>
          <a:xfrm>
            <a:off x="3906588" y="6354280"/>
            <a:ext cx="4378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Python-based chat-bot</a:t>
            </a:r>
            <a:endParaRPr lang="ru-RU" sz="2800" dirty="0">
              <a:solidFill>
                <a:schemeClr val="bg1"/>
              </a:solidFill>
              <a:latin typeface="Aptos SemiBold" panose="020F0502020204030204" pitchFamily="34" charset="0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F98A2-068A-0238-8FBF-5556F1B73BA2}"/>
              </a:ext>
            </a:extLst>
          </p:cNvPr>
          <p:cNvSpPr txBox="1"/>
          <p:nvPr/>
        </p:nvSpPr>
        <p:spPr>
          <a:xfrm>
            <a:off x="-4623" y="5934670"/>
            <a:ext cx="2747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Daniaruly</a:t>
            </a:r>
            <a:r>
              <a:rPr lang="en-US" dirty="0">
                <a:solidFill>
                  <a:schemeClr val="bg1"/>
                </a:solidFill>
              </a:rPr>
              <a:t> Alibek</a:t>
            </a:r>
          </a:p>
          <a:p>
            <a:r>
              <a:rPr lang="en-US" dirty="0">
                <a:solidFill>
                  <a:schemeClr val="bg1"/>
                </a:solidFill>
              </a:rPr>
              <a:t>IT2-2503SE</a:t>
            </a:r>
          </a:p>
          <a:p>
            <a:r>
              <a:rPr lang="en-US" dirty="0">
                <a:solidFill>
                  <a:schemeClr val="bg1"/>
                </a:solidFill>
              </a:rPr>
              <a:t>International IT University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69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B65D54-3423-8E3A-77A6-26905FA03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7669F5-1694-B065-E31C-D5756EB9DF37}"/>
              </a:ext>
            </a:extLst>
          </p:cNvPr>
          <p:cNvSpPr txBox="1"/>
          <p:nvPr/>
        </p:nvSpPr>
        <p:spPr>
          <a:xfrm>
            <a:off x="3278886" y="1096964"/>
            <a:ext cx="5634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pperplate Gothic Bold" panose="020E0705020206020404" pitchFamily="34" charset="0"/>
              </a:rPr>
              <a:t>Chat-bot calculator</a:t>
            </a:r>
            <a:endParaRPr lang="ru-R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1C5A4-4D01-A8F8-894B-FBB560447F13}"/>
              </a:ext>
            </a:extLst>
          </p:cNvPr>
          <p:cNvSpPr txBox="1"/>
          <p:nvPr/>
        </p:nvSpPr>
        <p:spPr>
          <a:xfrm>
            <a:off x="4339590" y="230440"/>
            <a:ext cx="3512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DengXian" panose="020B0503020204020204" pitchFamily="2" charset="-122"/>
                <a:ea typeface="DengXian" panose="020B0503020204020204" pitchFamily="2" charset="-122"/>
              </a:rPr>
              <a:t>Aim of project</a:t>
            </a:r>
            <a:endParaRPr lang="ru-RU" sz="4000" dirty="0">
              <a:latin typeface="DengXian" panose="020B0503020204020204" pitchFamily="2" charset="-122"/>
              <a:ea typeface="DengXian" panose="020B0503020204020204" pitchFamily="2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13B84-79EB-0219-E9BE-BF1F3AD21996}"/>
              </a:ext>
            </a:extLst>
          </p:cNvPr>
          <p:cNvSpPr txBox="1"/>
          <p:nvPr/>
        </p:nvSpPr>
        <p:spPr>
          <a:xfrm>
            <a:off x="608838" y="2209322"/>
            <a:ext cx="77487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Implement a UI-based bot (single-screen application) pattern that mimics the screen of a real calculator.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Gill Sans MT" panose="020B05020201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Create a chatbot that will perform mathematical operations by interacting with the user.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ill Sans MT" panose="020B0502020104020203" pitchFamily="34" charset="0"/>
              </a:rPr>
              <a:t>Ensure reliable storage of the calculation history.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2548852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EC89719-3038-3030-FAA5-34B136A25186}"/>
              </a:ext>
            </a:extLst>
          </p:cNvPr>
          <p:cNvSpPr/>
          <p:nvPr/>
        </p:nvSpPr>
        <p:spPr>
          <a:xfrm>
            <a:off x="2097595" y="892207"/>
            <a:ext cx="2166366" cy="111937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badi ExtraLight" panose="020B0204020104020204" pitchFamily="34" charset="0"/>
              </a:rPr>
              <a:t>Python 3.x</a:t>
            </a:r>
            <a:endParaRPr lang="ru-RU" sz="2800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8362EA3-D3C4-03C5-948B-8AD85073ECB5}"/>
              </a:ext>
            </a:extLst>
          </p:cNvPr>
          <p:cNvSpPr/>
          <p:nvPr/>
        </p:nvSpPr>
        <p:spPr>
          <a:xfrm>
            <a:off x="5617844" y="1659254"/>
            <a:ext cx="2771775" cy="84048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Aharoni" panose="02010803020104030203" pitchFamily="2" charset="-79"/>
                <a:cs typeface="Aharoni" panose="02010803020104030203" pitchFamily="2" charset="-79"/>
              </a:rPr>
              <a:t>PytelegrambotAPI</a:t>
            </a:r>
            <a:endParaRPr lang="ru-RU" sz="2000" dirty="0">
              <a:cs typeface="Aharoni" panose="02010803020104030203" pitchFamily="2" charset="-79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61B3374-05A9-CE75-680E-61753B4FBCA3}"/>
              </a:ext>
            </a:extLst>
          </p:cNvPr>
          <p:cNvSpPr/>
          <p:nvPr/>
        </p:nvSpPr>
        <p:spPr>
          <a:xfrm>
            <a:off x="4352543" y="3334702"/>
            <a:ext cx="2166366" cy="111937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Gill Sans MT" panose="020B0502020104020203" pitchFamily="34" charset="0"/>
              </a:rPr>
              <a:t>Numexpr</a:t>
            </a:r>
            <a:endParaRPr lang="ru-RU" sz="2800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B15E110-E1E5-04C7-5A41-8C11FCBF4397}"/>
              </a:ext>
            </a:extLst>
          </p:cNvPr>
          <p:cNvSpPr/>
          <p:nvPr/>
        </p:nvSpPr>
        <p:spPr>
          <a:xfrm>
            <a:off x="8146732" y="4896231"/>
            <a:ext cx="2611946" cy="111937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erlin Sans FB" panose="020E0602020502020306" pitchFamily="34" charset="0"/>
              </a:rPr>
              <a:t>Django ORM + SQLite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848569-F849-2DC8-ACC4-4C4ADF04292A}"/>
              </a:ext>
            </a:extLst>
          </p:cNvPr>
          <p:cNvSpPr txBox="1"/>
          <p:nvPr/>
        </p:nvSpPr>
        <p:spPr>
          <a:xfrm>
            <a:off x="2097595" y="116407"/>
            <a:ext cx="4509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Gadugi" panose="020B0502040204020203" pitchFamily="34" charset="0"/>
                <a:ea typeface="Gadugi" panose="020B0502040204020203" pitchFamily="34" charset="0"/>
              </a:rPr>
              <a:t>Technologies stack</a:t>
            </a:r>
            <a:endParaRPr lang="ru-RU" sz="4000" dirty="0">
              <a:ea typeface="Gadugi" panose="020B0502040204020203" pitchFamily="34" charset="0"/>
            </a:endParaRPr>
          </a:p>
        </p:txBody>
      </p: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03E7EC59-15DD-70DB-21E2-FAF5CCB2651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263961" y="1451896"/>
            <a:ext cx="1353883" cy="627602"/>
          </a:xfrm>
          <a:prstGeom prst="bentConnector3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CF7DE7A3-5081-5709-F517-4A33E16C63CD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5802249" y="2133218"/>
            <a:ext cx="834961" cy="1568006"/>
          </a:xfrm>
          <a:prstGeom prst="bentConnector3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9E0B6183-2EB3-D1C2-50E5-0EA333C6EBA8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6518909" y="3894391"/>
            <a:ext cx="2933796" cy="1001840"/>
          </a:xfrm>
          <a:prstGeom prst="bentConnector2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5874F4-4735-C64C-5C0A-641719156F7D}"/>
              </a:ext>
            </a:extLst>
          </p:cNvPr>
          <p:cNvSpPr txBox="1"/>
          <p:nvPr/>
        </p:nvSpPr>
        <p:spPr>
          <a:xfrm>
            <a:off x="859536" y="2100518"/>
            <a:ext cx="3765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haroni" panose="02010803020104030203" pitchFamily="2" charset="-79"/>
                <a:cs typeface="Aharoni" panose="02010803020104030203" pitchFamily="2" charset="-79"/>
              </a:rPr>
              <a:t>Main programming language</a:t>
            </a:r>
            <a:endParaRPr lang="ru-RU" sz="2000" i="1" dirty="0">
              <a:cs typeface="Aharoni" panose="02010803020104030203" pitchFamily="2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263F5-DB76-7240-4F9E-34658B35C408}"/>
              </a:ext>
            </a:extLst>
          </p:cNvPr>
          <p:cNvSpPr txBox="1"/>
          <p:nvPr/>
        </p:nvSpPr>
        <p:spPr>
          <a:xfrm>
            <a:off x="6096000" y="1201632"/>
            <a:ext cx="43323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i="1" dirty="0">
                <a:latin typeface="Aharoni" panose="02010803020104030203" pitchFamily="2" charset="-79"/>
                <a:cs typeface="Aharoni" panose="02010803020104030203" pitchFamily="2" charset="-79"/>
              </a:rPr>
              <a:t>For interaction with telegram bots and APIs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80EE4C-ED66-FA91-6458-FCA14E0F825B}"/>
              </a:ext>
            </a:extLst>
          </p:cNvPr>
          <p:cNvSpPr txBox="1"/>
          <p:nvPr/>
        </p:nvSpPr>
        <p:spPr>
          <a:xfrm>
            <a:off x="2418998" y="4582577"/>
            <a:ext cx="2880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haroni" panose="02010803020104030203" pitchFamily="2" charset="-79"/>
                <a:cs typeface="Aharoni" panose="02010803020104030203" pitchFamily="2" charset="-79"/>
              </a:rPr>
              <a:t>Our “math processor”</a:t>
            </a:r>
            <a:endParaRPr lang="ru-RU" sz="2000" i="1" dirty="0">
              <a:cs typeface="Aharoni" panose="02010803020104030203" pitchFamily="2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51A3F8-B75D-AA67-A73F-87ADE50B138D}"/>
              </a:ext>
            </a:extLst>
          </p:cNvPr>
          <p:cNvSpPr txBox="1"/>
          <p:nvPr/>
        </p:nvSpPr>
        <p:spPr>
          <a:xfrm>
            <a:off x="4894346" y="5661666"/>
            <a:ext cx="4558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Aharoni" panose="02010803020104030203" pitchFamily="2" charset="-79"/>
                <a:cs typeface="Aharoni" panose="02010803020104030203" pitchFamily="2" charset="-79"/>
              </a:rPr>
              <a:t>Our lite </a:t>
            </a:r>
            <a:r>
              <a:rPr lang="en-US" sz="2000" i="1" dirty="0" err="1">
                <a:latin typeface="Aharoni" panose="02010803020104030203" pitchFamily="2" charset="-79"/>
                <a:cs typeface="Aharoni" panose="02010803020104030203" pitchFamily="2" charset="-79"/>
              </a:rPr>
              <a:t>DataBase</a:t>
            </a:r>
            <a:r>
              <a:rPr lang="en-US" sz="2000" i="1" dirty="0">
                <a:latin typeface="Aharoni" panose="02010803020104030203" pitchFamily="2" charset="-79"/>
                <a:cs typeface="Aharoni" panose="02010803020104030203" pitchFamily="2" charset="-79"/>
              </a:rPr>
              <a:t> to save information about operations</a:t>
            </a:r>
            <a:endParaRPr lang="ru-RU" sz="2000" i="1" dirty="0"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5449010"/>
      </p:ext>
    </p:extLst>
  </p:cSld>
  <p:clrMapOvr>
    <a:masterClrMapping/>
  </p:clrMapOvr>
  <p:transition spd="slow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D0805-7264-2C23-DEBA-957642E634EC}"/>
              </a:ext>
            </a:extLst>
          </p:cNvPr>
          <p:cNvSpPr txBox="1"/>
          <p:nvPr/>
        </p:nvSpPr>
        <p:spPr>
          <a:xfrm>
            <a:off x="3199727" y="704088"/>
            <a:ext cx="5938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DengXian" panose="02010600030101010101" pitchFamily="2" charset="-122"/>
                <a:ea typeface="DengXian" panose="02010600030101010101" pitchFamily="2" charset="-122"/>
              </a:rPr>
              <a:t>Architecture and Structure</a:t>
            </a:r>
            <a:endParaRPr lang="ru-RU" sz="40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3B89A40-9F8B-81FB-9D78-B161ACE53A46}"/>
              </a:ext>
            </a:extLst>
          </p:cNvPr>
          <p:cNvSpPr/>
          <p:nvPr/>
        </p:nvSpPr>
        <p:spPr>
          <a:xfrm>
            <a:off x="4901184" y="2368296"/>
            <a:ext cx="2651760" cy="13807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Lucida Console" panose="020B0609040504020204" pitchFamily="49" charset="0"/>
              </a:rPr>
              <a:t>The root file</a:t>
            </a:r>
          </a:p>
          <a:p>
            <a:pPr algn="ctr"/>
            <a:r>
              <a:rPr lang="en-US" sz="2000" dirty="0">
                <a:latin typeface="Lucida Console" panose="020B0609040504020204" pitchFamily="49" charset="0"/>
              </a:rPr>
              <a:t>Main.py</a:t>
            </a:r>
            <a:endParaRPr lang="ru-RU" sz="2000" dirty="0">
              <a:latin typeface="Lucida Console" panose="020B0609040504020204" pitchFamily="49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09BA95B-FE1F-011D-2D34-C5A0AF24C46C}"/>
              </a:ext>
            </a:extLst>
          </p:cNvPr>
          <p:cNvSpPr/>
          <p:nvPr/>
        </p:nvSpPr>
        <p:spPr>
          <a:xfrm>
            <a:off x="1881467" y="1624584"/>
            <a:ext cx="2142744" cy="10637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rlin Sans FB" panose="020E0602020502020306" pitchFamily="34" charset="0"/>
              </a:rPr>
              <a:t>The data base</a:t>
            </a:r>
          </a:p>
          <a:p>
            <a:pPr algn="ctr"/>
            <a:r>
              <a:rPr lang="en-US" sz="2400" dirty="0">
                <a:latin typeface="Berlin Sans FB" panose="020E0602020502020306" pitchFamily="34" charset="0"/>
              </a:rPr>
              <a:t>db.sqlite3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7780663-47CC-BD02-0F91-3EE95DE31B0C}"/>
              </a:ext>
            </a:extLst>
          </p:cNvPr>
          <p:cNvSpPr/>
          <p:nvPr/>
        </p:nvSpPr>
        <p:spPr>
          <a:xfrm>
            <a:off x="8307031" y="1781556"/>
            <a:ext cx="2766733" cy="10637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badi ExtraLight" panose="020B0204020104020204" pitchFamily="34" charset="0"/>
              </a:rPr>
              <a:t>Django management utility.</a:t>
            </a:r>
          </a:p>
          <a:p>
            <a:pPr algn="ctr"/>
            <a:r>
              <a:rPr lang="en-US" b="1" dirty="0">
                <a:latin typeface="Abadi ExtraLight" panose="020B0204020104020204" pitchFamily="34" charset="0"/>
              </a:rPr>
              <a:t>manage.py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625FF02-6537-1391-7B37-698483B097CE}"/>
              </a:ext>
            </a:extLst>
          </p:cNvPr>
          <p:cNvSpPr/>
          <p:nvPr/>
        </p:nvSpPr>
        <p:spPr>
          <a:xfrm>
            <a:off x="6784422" y="4390644"/>
            <a:ext cx="3290990" cy="10637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Django main control panel</a:t>
            </a:r>
          </a:p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settings.py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156EDA6-97C4-8074-5E89-C51052F1043A}"/>
              </a:ext>
            </a:extLst>
          </p:cNvPr>
          <p:cNvSpPr/>
          <p:nvPr/>
        </p:nvSpPr>
        <p:spPr>
          <a:xfrm>
            <a:off x="2058675" y="4169664"/>
            <a:ext cx="3290990" cy="10637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masis MT Pro" panose="020F0502020204030204" pitchFamily="18" charset="0"/>
                <a:cs typeface="Aharoni" panose="02010803020104030203" pitchFamily="2" charset="-79"/>
              </a:rPr>
              <a:t>Database structure</a:t>
            </a:r>
          </a:p>
          <a:p>
            <a:pPr algn="ctr"/>
            <a:r>
              <a:rPr lang="en-US" sz="2000" b="1" dirty="0">
                <a:latin typeface="Amasis MT Pro" panose="020F0502020204030204" pitchFamily="18" charset="0"/>
                <a:cs typeface="Aharoni" panose="02010803020104030203" pitchFamily="2" charset="-79"/>
              </a:rPr>
              <a:t>models.py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70FA5ADC-7EB5-F587-D325-53FCBE8799C3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4024211" y="2156460"/>
            <a:ext cx="876973" cy="42444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623A5E1-9E86-01D8-2DCE-49F2DBA643D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552944" y="2313432"/>
            <a:ext cx="754087" cy="23926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7F270940-3CC4-82E3-9E84-8FF3B2D4B53D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3704170" y="3644658"/>
            <a:ext cx="1233590" cy="525006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BC8F9B9-F88D-8317-70D9-19F56BA0389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324725" y="3746766"/>
            <a:ext cx="1105192" cy="643878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033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zoom/>
      </p:transition>
    </mc:Choice>
    <mc:Fallback>
      <p:transition spd="slow">
        <p:zo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69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20F0C6-7362-8764-D86E-C9DE47BEBA9B}"/>
              </a:ext>
            </a:extLst>
          </p:cNvPr>
          <p:cNvSpPr txBox="1"/>
          <p:nvPr/>
        </p:nvSpPr>
        <p:spPr>
          <a:xfrm>
            <a:off x="1162498" y="655782"/>
            <a:ext cx="4284418" cy="1480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Interface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838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6821FC-DED3-4787-F705-409C43CDB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278" y="2928905"/>
            <a:ext cx="5553425" cy="15549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CB2DB7-6622-C1EC-F2FA-C82F61D74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499" y="2546400"/>
            <a:ext cx="4277478" cy="338676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927D95-D0BA-FACF-A22A-AE08F2DAD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279" y="925907"/>
            <a:ext cx="5553425" cy="1610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C951C1-BBEE-B7D8-14EA-9E99C796204A}"/>
              </a:ext>
            </a:extLst>
          </p:cNvPr>
          <p:cNvSpPr txBox="1"/>
          <p:nvPr/>
        </p:nvSpPr>
        <p:spPr>
          <a:xfrm>
            <a:off x="6304109" y="5008763"/>
            <a:ext cx="5679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Interface based on UI style. Mostly, it works more like  an application, but with interaction with telegram-bot and with API.</a:t>
            </a:r>
          </a:p>
        </p:txBody>
      </p:sp>
    </p:spTree>
    <p:extLst>
      <p:ext uri="{BB962C8B-B14F-4D97-AF65-F5344CB8AC3E}">
        <p14:creationId xmlns:p14="http://schemas.microsoft.com/office/powerpoint/2010/main" val="1037556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E1D4B-DB8F-3D3F-56D5-ECC80EBB043E}"/>
              </a:ext>
            </a:extLst>
          </p:cNvPr>
          <p:cNvSpPr txBox="1"/>
          <p:nvPr/>
        </p:nvSpPr>
        <p:spPr>
          <a:xfrm>
            <a:off x="6677951" y="0"/>
            <a:ext cx="4156512" cy="1708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+mj-lt"/>
                <a:ea typeface="+mj-ea"/>
                <a:cs typeface="+mj-cs"/>
              </a:rPr>
              <a:t>Implementation features</a:t>
            </a:r>
          </a:p>
        </p:txBody>
      </p:sp>
      <p:pic>
        <p:nvPicPr>
          <p:cNvPr id="7" name="Picture 6" descr="Компьютерный скрипт на экране">
            <a:extLst>
              <a:ext uri="{FF2B5EF4-FFF2-40B4-BE49-F238E27FC236}">
                <a16:creationId xmlns:a16="http://schemas.microsoft.com/office/drawing/2014/main" id="{6F385EFC-FE42-6E02-2547-CF611AD79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447" r="40219" b="-2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47FD9C-53C5-C043-8408-A98B56677B5A}"/>
              </a:ext>
            </a:extLst>
          </p:cNvPr>
          <p:cNvSpPr txBox="1"/>
          <p:nvPr/>
        </p:nvSpPr>
        <p:spPr>
          <a:xfrm>
            <a:off x="6330641" y="1441262"/>
            <a:ext cx="4851131" cy="5327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pperplate Gothic Bold" panose="020E0705020206020404" pitchFamily="34" charset="0"/>
                <a:ea typeface="Gadugi" panose="020B0502040204020203" pitchFamily="34" charset="0"/>
              </a:rPr>
              <a:t>edit_message_text</a:t>
            </a:r>
            <a:r>
              <a:rPr lang="en-US" sz="2400" dirty="0">
                <a:latin typeface="Copperplate Gothic Bold" panose="020E0705020206020404" pitchFamily="34" charset="0"/>
                <a:ea typeface="Gadugi" panose="020B0502040204020203" pitchFamily="34" charset="0"/>
              </a:rPr>
              <a:t> 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method: Dynamically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updating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 the "screen" without sending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new messages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opperplate Gothic Bold" panose="020E0705020206020404" pitchFamily="34" charset="0"/>
                <a:ea typeface="Gadugi" panose="020B0502040204020203" pitchFamily="34" charset="0"/>
              </a:rPr>
              <a:t>Auto-clean chat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: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Delete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 incoming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user messages 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to keep the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interface clean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Gadugi" panose="020B0502040204020203" pitchFamily="34" charset="0"/>
              <a:ea typeface="Gadugi" panose="020B0502040204020203" pitchFamily="34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opperplate Gothic Bold" panose="020E0705020206020404" pitchFamily="34" charset="0"/>
                <a:ea typeface="Gadugi" panose="020B0502040204020203" pitchFamily="34" charset="0"/>
              </a:rPr>
              <a:t>Exception Handling 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(try/except):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Interception of critical errors </a:t>
            </a:r>
            <a:r>
              <a:rPr lang="en-US" sz="2400" dirty="0">
                <a:latin typeface="Gadugi" panose="020B0502040204020203" pitchFamily="34" charset="0"/>
                <a:ea typeface="Gadugi" panose="020B0502040204020203" pitchFamily="34" charset="0"/>
              </a:rPr>
              <a:t>(for example, division by zero or incorrect syntax), preventing the bot </a:t>
            </a:r>
            <a:r>
              <a:rPr lang="en-US" sz="2400" dirty="0">
                <a:solidFill>
                  <a:srgbClr val="C00000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from crashing.</a:t>
            </a:r>
          </a:p>
        </p:txBody>
      </p:sp>
    </p:spTree>
    <p:extLst>
      <p:ext uri="{BB962C8B-B14F-4D97-AF65-F5344CB8AC3E}">
        <p14:creationId xmlns:p14="http://schemas.microsoft.com/office/powerpoint/2010/main" val="258656115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8C217-9756-E602-F906-7B63E208E893}"/>
              </a:ext>
            </a:extLst>
          </p:cNvPr>
          <p:cNvSpPr txBox="1"/>
          <p:nvPr/>
        </p:nvSpPr>
        <p:spPr>
          <a:xfrm>
            <a:off x="1179226" y="1280679"/>
            <a:ext cx="9833548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2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+mj-cs"/>
              </a:rPr>
              <a:t>Conclusion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133FE96-9A3A-C63E-81F3-50459AB50DAC}"/>
              </a:ext>
            </a:extLst>
          </p:cNvPr>
          <p:cNvSpPr txBox="1"/>
          <p:nvPr/>
        </p:nvSpPr>
        <p:spPr>
          <a:xfrm>
            <a:off x="312449" y="2827027"/>
            <a:ext cx="11736675" cy="20239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stable hybrid chatbot has been developed.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user-friendly interface has been implemented.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requirement for logging and storing data in the database has been fulfilled.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The project is uploaded to GitHub with detailed documentation (README.md ).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60691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258</Words>
  <Application>Microsoft Office PowerPoint</Application>
  <PresentationFormat>Широкоэкранный</PresentationFormat>
  <Paragraphs>47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21" baseType="lpstr">
      <vt:lpstr>DengXian</vt:lpstr>
      <vt:lpstr>Abadi ExtraLight</vt:lpstr>
      <vt:lpstr>Aharoni</vt:lpstr>
      <vt:lpstr>Amasis MT Pro</vt:lpstr>
      <vt:lpstr>Aptos</vt:lpstr>
      <vt:lpstr>Aptos Display</vt:lpstr>
      <vt:lpstr>Aptos SemiBold</vt:lpstr>
      <vt:lpstr>Arial</vt:lpstr>
      <vt:lpstr>Berlin Sans FB</vt:lpstr>
      <vt:lpstr>Copperplate Gothic Bold</vt:lpstr>
      <vt:lpstr>Gadugi</vt:lpstr>
      <vt:lpstr>Gill Sans MT</vt:lpstr>
      <vt:lpstr>Lucida Console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Алибек Даниярулы</dc:creator>
  <cp:lastModifiedBy>Алибек Даниярулы</cp:lastModifiedBy>
  <cp:revision>2</cp:revision>
  <dcterms:created xsi:type="dcterms:W3CDTF">2026-05-19T11:33:24Z</dcterms:created>
  <dcterms:modified xsi:type="dcterms:W3CDTF">2026-05-19T16:02:24Z</dcterms:modified>
</cp:coreProperties>
</file>